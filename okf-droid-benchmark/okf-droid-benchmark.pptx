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liezrowice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swlab.com/contact-us/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548640" y="44622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548640" y="42245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ESL Engineering Software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project memory make a coding agent better? OKF x Droid benchmark</dc:title>
  <dc:subject>PptxGenJS Presentation</dc:subject>
  <dc:creator>Daniel Liezrowice, ESL Engineering Software Lab</dc:creator>
  <cp:lastModifiedBy>Daniel Liezrowice, ESL Engineering Software Lab</cp:lastModifiedBy>
  <cp:revision>1</cp:revision>
  <dcterms:created xsi:type="dcterms:W3CDTF">2026-10-15T10:10:13Z</dcterms:created>
  <dcterms:modified xsi:type="dcterms:W3CDTF">2026-10-15T10:10:13Z</dcterms:modified>
</cp:coreProperties>
</file>